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6C3FC5">
              <a:alpha val="4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6C3FC5">
              <a:alpha val="30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6C3FC5">
              <a:alpha val="3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DTI PROJECT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Productivity Companion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C3FC5">
              <a:alpha val="60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FF"/>
                </a:solidFill>
              </a:rPr>
              <a:t>Reclaim Your Attention  ·  Build Better Habits  ·  Achieve Deep 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9FF"/>
                </a:solidFill>
              </a:rPr>
              <a:t>Why focus is broken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457200"/>
            <a:ext cx="5029200" cy="1280160"/>
          </a:xfrm>
          <a:prstGeom prst="rect">
            <a:avLst/>
          </a:prstGeom>
          <a:solidFill>
            <a:srgbClr val="EDE9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5303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3F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931920" y="11155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Average time before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an interruption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965960"/>
            <a:ext cx="5029200" cy="1280160"/>
          </a:xfrm>
          <a:prstGeom prst="rect">
            <a:avLst/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20391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min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931920" y="2624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9FF"/>
                </a:solidFill>
              </a:rPr>
              <a:t>Recovery time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E9FF"/>
                </a:solidFill>
              </a:rPr>
              <a:t>regain deep focus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3474720"/>
            <a:ext cx="5029200" cy="1280160"/>
          </a:xfrm>
          <a:prstGeom prst="rect">
            <a:avLst/>
          </a:prstGeom>
          <a:solidFill>
            <a:srgbClr val="EDE9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35478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3F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hrs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931920" y="41330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Average productive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work time per day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Focus Buddy?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6A"/>
                </a:solidFill>
              </a:rPr>
              <a:t>An AI-powered productivity companion built for the DTI challenge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89888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Focus Buddy combines behavioral science, adaptive AI, and ambient design to help students and professionals reclaim their attention — acting less like software and more like a trusted study companion.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974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A8A"/>
                </a:solidFill>
              </a:rPr>
              <a:t>Intelligent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379476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A"/>
                </a:solidFill>
              </a:rPr>
              <a:t>Learns your focus patterns and adapts to your rhythm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6974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A8A"/>
                </a:solidFill>
              </a:rPr>
              <a:t>Protective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47288" y="379476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A"/>
                </a:solidFill>
              </a:rPr>
              <a:t>Blocks distractions to guard your deep work sessions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2560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6974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A8A"/>
                </a:solidFill>
              </a:rPr>
              <a:t>Accountable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27648" y="379476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A"/>
                </a:solidFill>
              </a:rPr>
              <a:t>Buddy system keeps you on track with social motivation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37360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109728" cy="17373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371600"/>
            <a:ext cx="685800" cy="68580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173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Adaptive Timer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58191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6A"/>
                </a:solidFill>
              </a:rPr>
              <a:t>AI-powered Pomodoro engine that learns your ideal session length and suggests breaks.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4206240" cy="1737360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51560"/>
            <a:ext cx="109728" cy="1737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10328" y="137160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4173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Distraction Shield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15000" y="158191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6A"/>
                </a:solidFill>
              </a:rPr>
              <a:t>Smart website/app blocker activates during sessions with grace periods and user-controlled overrides.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28600" y="2971800"/>
            <a:ext cx="4206240" cy="1737360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2971800"/>
            <a:ext cx="109728" cy="1737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768" y="3291840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33756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Ambient Sound Engine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34440" y="350215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6A"/>
                </a:solidFill>
              </a:rPr>
              <a:t>50+ curated soundscapes — lo-fi, nature, binaural beats — that auto-select by task type.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2971800"/>
            <a:ext cx="4206240" cy="1737360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971800"/>
            <a:ext cx="109728" cy="17373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10328" y="3291840"/>
            <a:ext cx="685800" cy="68580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3756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Analytics Dashboard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715000" y="350215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6A"/>
                </a:solidFill>
              </a:rPr>
              <a:t>Rich focus heatmaps, streak tracking, distraction trends, and plain-language AI insight cards.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6C3FC5">
              <a:alpha val="30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9FF"/>
                </a:solidFill>
              </a:rPr>
              <a:t>Social accountability that actually works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292608" cy="2926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48132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Pair with a study partner or join a public focus room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21408"/>
            <a:ext cx="292608" cy="2926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13969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Shared Focus Board shows each other's task &amp; session status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79776"/>
            <a:ext cx="292608" cy="2926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279806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Silent Mode — see buddy's progress without interrupting them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438144"/>
            <a:ext cx="292608" cy="2926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345643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Celebrate shared streaks and weekly milestones together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292608" cy="2926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411480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Weekly async check-ins to reflect on each other's progress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6A"/>
                </a:solidFill>
              </a:rPr>
              <a:t>A simple daily ritual — designed to become second nature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91640" y="1920240"/>
            <a:ext cx="301752" cy="0"/>
          </a:xfrm>
          <a:prstGeom prst="line">
            <a:avLst/>
          </a:prstGeom>
          <a:noFill/>
          <a:ln w="25400">
            <a:solidFill>
              <a:srgbClr val="6C3FC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417320" cy="141732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8A"/>
                </a:solidFill>
              </a:rPr>
              <a:t>Set Your Goal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" y="3154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</a:rPr>
              <a:t>Pick a task and set a micro-goal for the session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920240"/>
            <a:ext cx="301752" cy="0"/>
          </a:xfrm>
          <a:prstGeom prst="line">
            <a:avLst/>
          </a:prstGeom>
          <a:noFill/>
          <a:ln w="25400">
            <a:solidFill>
              <a:srgbClr val="6C3FC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993392" y="1188720"/>
            <a:ext cx="1417320" cy="1417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188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56232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8A"/>
                </a:solidFill>
              </a:rPr>
              <a:t>Focus Session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56232" y="3154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</a:rPr>
              <a:t>Timer starts · sounds activate · blocker engages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9784" y="1920240"/>
            <a:ext cx="301752" cy="0"/>
          </a:xfrm>
          <a:prstGeom prst="line">
            <a:avLst/>
          </a:prstGeom>
          <a:noFill/>
          <a:ln w="25400">
            <a:solidFill>
              <a:srgbClr val="6C3FC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12464" y="1188720"/>
            <a:ext cx="1417320" cy="141732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2464" y="1188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75304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8A"/>
                </a:solidFill>
              </a:rPr>
              <a:t>Micro Break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5304" y="3154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</a:rPr>
              <a:t>Guided breathing or stretch — no screen scrolling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48856" y="1920240"/>
            <a:ext cx="301752" cy="0"/>
          </a:xfrm>
          <a:prstGeom prst="line">
            <a:avLst/>
          </a:prstGeom>
          <a:noFill/>
          <a:ln w="25400">
            <a:solidFill>
              <a:srgbClr val="6C3FC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31536" y="1188720"/>
            <a:ext cx="1417320" cy="1417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31536" y="1188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94376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8A"/>
                </a:solidFill>
              </a:rPr>
              <a:t>Reflect &amp; Repeat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94376" y="3154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</a:rPr>
              <a:t>Quick session summary · repeat up to 6 sessions/day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50608" y="1188720"/>
            <a:ext cx="1417320" cy="141732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1188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13448" y="2743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8A"/>
                </a:solidFill>
              </a:rPr>
              <a:t>Review Progress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13448" y="3154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</a:rPr>
              <a:t>Evening analytics review and next-day planning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9FF"/>
                </a:solidFill>
              </a:rPr>
              <a:t>Cross-platform · AI-powered · Privacy-first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56692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Frontend Web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React.js + TypeScript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09928"/>
            <a:ext cx="91440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01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Mobile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80136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React Native (iOS &amp; Android)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859536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68296"/>
            <a:ext cx="9144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97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45973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Node.js + Express REST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02666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26664"/>
            <a:ext cx="91440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181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AI / 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11810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Python · scikit-learn (on-device)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685032"/>
            <a:ext cx="859536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85032"/>
            <a:ext cx="91440" cy="56692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76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Database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37764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PostgreSQL + Redis cache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43400"/>
            <a:ext cx="91440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34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Real-time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443484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Socket.io for live buddy sessions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8912" y="1188720"/>
            <a:ext cx="658368" cy="658368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34440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170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8A"/>
                </a:solidFill>
              </a:rPr>
              <a:t>Minimal Friction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07008" y="15544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</a:rPr>
              <a:t>Starting a session = one tap. Cognitive overhead is the enemy.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27832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92424" y="1188720"/>
            <a:ext cx="658368" cy="6583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170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8A"/>
                </a:solidFill>
              </a:rPr>
              <a:t>Calm Technology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60520" y="15544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</a:rPr>
              <a:t>The app retreats during deep work. Communicates only what is necessary.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81344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45936" y="1188720"/>
            <a:ext cx="658368" cy="6583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234440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14032" y="11704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8A"/>
                </a:solidFill>
              </a:rPr>
              <a:t>Autonomy First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114032" y="15544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</a:rPr>
              <a:t>Blockers have overrides. Trust drives compliance — not coercion.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77240" y="28803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1832" y="3063240"/>
            <a:ext cx="658368" cy="65836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108960"/>
            <a:ext cx="585216" cy="5852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09928" y="30449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8A"/>
                </a:solidFill>
              </a:rPr>
              <a:t>Celebrate Small Wins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709928" y="3429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</a:rPr>
              <a:t>Every completed session and broken habit is acknowledged.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023360" y="28803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87952" y="3063240"/>
            <a:ext cx="658368" cy="65836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108960"/>
            <a:ext cx="585216" cy="5852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56048" y="30449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8A"/>
                </a:solidFill>
              </a:rPr>
              <a:t>Progressive Disclosure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956048" y="3429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</a:rPr>
              <a:t>Features introduced gradually as users build their focus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E9FF"/>
                </a:solidFill>
              </a:rPr>
              <a:t>From launch to intelligent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7863840" cy="0"/>
          </a:xfrm>
          <a:prstGeom prst="line">
            <a:avLst/>
          </a:prstGeom>
          <a:noFill/>
          <a:ln w="38100">
            <a:solidFill>
              <a:srgbClr val="6C3F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56816"/>
            <a:ext cx="384048" cy="38404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Q2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1463040" cy="621792"/>
          </a:xfrm>
          <a:prstGeom prst="rect">
            <a:avLst/>
          </a:prstGeom>
          <a:solidFill>
            <a:srgbClr val="6C3FC5">
              <a:alpha val="6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 Launch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9FF"/>
                </a:solidFill>
              </a:rPr>
              <a:t>Core timer, sound engine, blocker, web 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8992" y="2157984"/>
            <a:ext cx="0" cy="-292608"/>
          </a:xfrm>
          <a:prstGeom prst="line">
            <a:avLst/>
          </a:prstGeom>
          <a:noFill/>
          <a:ln w="19050">
            <a:solidFill>
              <a:srgbClr val="F9C74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32888" y="1956816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2340864"/>
            <a:ext cx="0" cy="256032"/>
          </a:xfrm>
          <a:prstGeom prst="line">
            <a:avLst/>
          </a:prstGeom>
          <a:noFill/>
          <a:ln w="19050">
            <a:solidFill>
              <a:srgbClr val="2EC4B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148840" y="2596896"/>
            <a:ext cx="1463040" cy="621792"/>
          </a:xfrm>
          <a:prstGeom prst="rect">
            <a:avLst/>
          </a:prstGeom>
          <a:solidFill>
            <a:srgbClr val="6C3FC5">
              <a:alpha val="6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615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+ Buddy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8895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9FF"/>
                </a:solidFill>
              </a:rPr>
              <a:t>iOS &amp; Android, buddy system, ADHD mode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48840" y="3236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Q3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78808" y="1956816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261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Q4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1536192"/>
            <a:ext cx="1463040" cy="621792"/>
          </a:xfrm>
          <a:prstGeom prst="rect">
            <a:avLst/>
          </a:prstGeom>
          <a:solidFill>
            <a:srgbClr val="6C3FC5">
              <a:alpha val="6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554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9FF"/>
                </a:solidFill>
              </a:rPr>
              <a:t>Adaptive sessions, advanced analytics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70832" y="2157984"/>
            <a:ext cx="0" cy="-292608"/>
          </a:xfrm>
          <a:prstGeom prst="line">
            <a:avLst/>
          </a:prstGeom>
          <a:noFill/>
          <a:ln w="19050">
            <a:solidFill>
              <a:srgbClr val="FF6B6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824728" y="1956816"/>
            <a:ext cx="384048" cy="384048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2340864"/>
            <a:ext cx="0" cy="256032"/>
          </a:xfrm>
          <a:prstGeom prst="line">
            <a:avLst/>
          </a:prstGeom>
          <a:noFill/>
          <a:ln w="19050">
            <a:solidFill>
              <a:srgbClr val="EDE9F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40680" y="2596896"/>
            <a:ext cx="1463040" cy="621792"/>
          </a:xfrm>
          <a:prstGeom prst="rect">
            <a:avLst/>
          </a:prstGeom>
          <a:solidFill>
            <a:srgbClr val="6C3FC5">
              <a:alpha val="60000"/>
            </a:srgbClr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615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8895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9FF"/>
                </a:solidFill>
              </a:rPr>
              <a:t>Group rooms, team dashboards, LMS links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40680" y="3236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9FF"/>
                </a:solidFill>
              </a:rPr>
              <a:t>Q1 2027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70648" y="195681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1261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 2027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86600" y="1536192"/>
            <a:ext cx="1463040" cy="621792"/>
          </a:xfrm>
          <a:prstGeom prst="rect">
            <a:avLst/>
          </a:prstGeom>
          <a:solidFill>
            <a:srgbClr val="6C3FC5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1554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Wearables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9FF"/>
                </a:solidFill>
              </a:rPr>
              <a:t>Apple Watch / Fitbit biometric focus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62672" y="2157984"/>
            <a:ext cx="0" cy="-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200" y="43434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43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DAU/MAU &gt; 0.4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43434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343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Completion &gt; 75%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3434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343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30-day Retention &gt; 20%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43434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6C3FC5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343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NPS &gt; 45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C3FC5">
              <a:alpha val="4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6C3FC5">
              <a:alpha val="3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 Your</a:t>
            </a:r>
            <a:endParaRPr lang="en-US" sz="5800" dirty="0"/>
          </a:p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9FF"/>
                </a:solidFill>
              </a:rPr>
              <a:t>Focus Buddy is more than a productivity tool — it is a catalyst for lasting behavioral change.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DE9FF"/>
                </a:solidFill>
              </a:rPr>
              <a:t>Built with empathy. Designed with science. Made for humans.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2377440" cy="1005840"/>
          </a:xfrm>
          <a:prstGeom prst="rect">
            <a:avLst/>
          </a:prstGeom>
          <a:solidFill>
            <a:srgbClr val="6C3FC5">
              <a:alpha val="7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DTI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F"/>
                </a:solidFill>
              </a:rPr>
              <a:t>Design &amp; Technology Innovation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749040"/>
            <a:ext cx="2377440" cy="1005840"/>
          </a:xfrm>
          <a:prstGeom prst="rect">
            <a:avLst/>
          </a:prstGeom>
          <a:solidFill>
            <a:srgbClr val="6C3FC5">
              <a:alpha val="7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Version 1.0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F"/>
                </a:solidFill>
              </a:rPr>
              <a:t>Launching Q2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749040"/>
            <a:ext cx="2377440" cy="1005840"/>
          </a:xfrm>
          <a:prstGeom prst="rect">
            <a:avLst/>
          </a:prstGeom>
          <a:solidFill>
            <a:srgbClr val="6C3FC5">
              <a:alpha val="7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For Humans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F"/>
                </a:solidFill>
              </a:rPr>
              <a:t>By Design, Not by Accident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Buddy – DTI Project</dc:title>
  <dc:subject>PptxGenJS Presentation</dc:subject>
  <dc:creator>DTI Team</dc:creator>
  <cp:lastModifiedBy>DTI Team</cp:lastModifiedBy>
  <cp:revision>1</cp:revision>
  <dcterms:created xsi:type="dcterms:W3CDTF">2026-04-28T06:14:22Z</dcterms:created>
  <dcterms:modified xsi:type="dcterms:W3CDTF">2026-04-28T06:14:22Z</dcterms:modified>
</cp:coreProperties>
</file>